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– Técnicas de Desenvolvimento de Algoritmo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Sthevan Emanuel – 21/11/2025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Professor e Integrantes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Nome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Sthevan Emanuel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41791371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SthevanEmanuel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do Repositório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https://github.com/SthevanEmanuel/tecnicas-de-desenvolvimento-de-algoritmo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