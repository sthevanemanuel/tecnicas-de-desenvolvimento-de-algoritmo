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256" r:id="rId2"/>
    <p:sldId id="462" r:id="rId3"/>
    <p:sldId id="463" r:id="rId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6B10"/>
    <a:srgbClr val="003869"/>
    <a:srgbClr val="003B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C89EF96-8CEA-46FF-86C4-4CE0E7609802}" styleName="Estilo Claro 3 - Ênfase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Estilo Médio 1 - Ênfas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CF1AB2-1976-4502-BF36-3FF5EA218861}" styleName="Estilo Médio 4 - Ênfas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2838BEF-8BB2-4498-84A7-C5851F593DF1}" styleName="Estilo Médio 4 - Ênfase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7DF18680-E054-41AD-8BC1-D1AEF772440D}" styleName="Estilo Médio 2 - Ênfase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6238" autoAdjust="0"/>
  </p:normalViewPr>
  <p:slideViewPr>
    <p:cSldViewPr snapToGrid="0">
      <p:cViewPr varScale="1">
        <p:scale>
          <a:sx n="104" d="100"/>
          <a:sy n="104" d="100"/>
        </p:scale>
        <p:origin x="228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FABC6D-6C55-4C48-841E-03982EC86490}" type="datetimeFigureOut">
              <a:rPr lang="pt-BR" smtClean="0"/>
              <a:t>20/11/2025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7AA433-5607-43F3-A175-588ED02071E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378746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AEE8C2-AD82-6814-0755-3441ADC1E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11923E1-C976-2CDB-0740-EBF579CDD9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81A5E71-201E-DDB1-8C29-F027CB65DC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D2CA42D-00CD-C0AD-E535-E8899FA598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7AA433-5607-43F3-A175-588ED02071ED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137130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1D6C8-584E-5CEA-32D7-DB55F34B2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2A86588-6B27-7A9E-5175-778785B78F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C487C59-3B1C-4FA7-CAA2-A25583D84F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7A4239F-E65A-CA5F-5A58-B65927D783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7AA433-5607-43F3-A175-588ED02071ED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884720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753607A2-3264-5805-4F94-7876F01C3D99}"/>
              </a:ext>
            </a:extLst>
          </p:cNvPr>
          <p:cNvSpPr/>
          <p:nvPr userDrawn="1"/>
        </p:nvSpPr>
        <p:spPr>
          <a:xfrm>
            <a:off x="171449" y="1359380"/>
            <a:ext cx="7833863" cy="4978612"/>
          </a:xfrm>
          <a:prstGeom prst="rect">
            <a:avLst/>
          </a:prstGeom>
          <a:solidFill>
            <a:srgbClr val="00386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66C45FFD-7C0D-14C4-F5D9-66DC11273288}"/>
              </a:ext>
            </a:extLst>
          </p:cNvPr>
          <p:cNvSpPr/>
          <p:nvPr userDrawn="1"/>
        </p:nvSpPr>
        <p:spPr>
          <a:xfrm>
            <a:off x="448574" y="3907766"/>
            <a:ext cx="8523976" cy="2001328"/>
          </a:xfrm>
          <a:prstGeom prst="rect">
            <a:avLst/>
          </a:prstGeom>
          <a:solidFill>
            <a:srgbClr val="EC6B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pt-B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8650" y="1359379"/>
            <a:ext cx="6858000" cy="2387600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pt-BR" dirty="0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8650" y="4060975"/>
            <a:ext cx="6858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dirty="0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E4706-FA99-4010-A30D-43EC10B57F08}" type="datetimeFigureOut">
              <a:rPr lang="pt-BR" smtClean="0"/>
              <a:t>20/11/2025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E70D9-8CEC-4866-9E49-732702F27AF8}" type="slidenum">
              <a:rPr lang="pt-BR" smtClean="0"/>
              <a:t>‹nº›</a:t>
            </a:fld>
            <a:endParaRPr lang="pt-BR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76792C75-6477-1AC1-DBD6-68B6F9EFE7EA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221" b="27704"/>
          <a:stretch/>
        </p:blipFill>
        <p:spPr bwMode="auto">
          <a:xfrm>
            <a:off x="6057900" y="136524"/>
            <a:ext cx="2857500" cy="9445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7759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>
            <a:extLst>
              <a:ext uri="{FF2B5EF4-FFF2-40B4-BE49-F238E27FC236}">
                <a16:creationId xmlns:a16="http://schemas.microsoft.com/office/drawing/2014/main" id="{B851676E-6C72-A3EF-AE65-9FA550807EE7}"/>
              </a:ext>
            </a:extLst>
          </p:cNvPr>
          <p:cNvSpPr/>
          <p:nvPr userDrawn="1"/>
        </p:nvSpPr>
        <p:spPr>
          <a:xfrm>
            <a:off x="6650966" y="0"/>
            <a:ext cx="2493034" cy="681037"/>
          </a:xfrm>
          <a:prstGeom prst="rect">
            <a:avLst/>
          </a:prstGeom>
          <a:solidFill>
            <a:srgbClr val="00386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pt-B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81037"/>
            <a:ext cx="7886700" cy="1009652"/>
          </a:xfrm>
        </p:spPr>
        <p:txBody>
          <a:bodyPr>
            <a:normAutofit/>
          </a:bodyPr>
          <a:lstStyle>
            <a:lvl1pPr>
              <a:defRPr sz="4000">
                <a:solidFill>
                  <a:srgbClr val="003869"/>
                </a:solidFill>
              </a:defRPr>
            </a:lvl1pPr>
          </a:lstStyle>
          <a:p>
            <a:r>
              <a:rPr lang="pt-BR" dirty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D9E4706-FA99-4010-A30D-43EC10B57F08}" type="datetimeFigureOut">
              <a:rPr lang="pt-BR" smtClean="0"/>
              <a:pPr/>
              <a:t>20/11/2025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F9E70D9-8CEC-4866-9E49-732702F27AF8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10" name="Imagem 8" descr="Logotipo&#10;&#10;Descrição gerada automaticamente com confiança baixa">
            <a:extLst>
              <a:ext uri="{FF2B5EF4-FFF2-40B4-BE49-F238E27FC236}">
                <a16:creationId xmlns:a16="http://schemas.microsoft.com/office/drawing/2014/main" id="{654DE2F1-D9FB-CC89-3B22-DD11406E6BA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2723" y="108062"/>
            <a:ext cx="1549520" cy="464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Retângulo 13">
            <a:extLst>
              <a:ext uri="{FF2B5EF4-FFF2-40B4-BE49-F238E27FC236}">
                <a16:creationId xmlns:a16="http://schemas.microsoft.com/office/drawing/2014/main" id="{2211587B-CC6E-15E4-152C-5A11107C46F2}"/>
              </a:ext>
            </a:extLst>
          </p:cNvPr>
          <p:cNvSpPr/>
          <p:nvPr userDrawn="1"/>
        </p:nvSpPr>
        <p:spPr>
          <a:xfrm>
            <a:off x="188595" y="-19924"/>
            <a:ext cx="274320" cy="6877924"/>
          </a:xfrm>
          <a:prstGeom prst="rect">
            <a:avLst/>
          </a:prstGeom>
          <a:solidFill>
            <a:srgbClr val="003869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E3144243-389F-299A-8331-1E2EE3F0E0DF}"/>
              </a:ext>
            </a:extLst>
          </p:cNvPr>
          <p:cNvSpPr/>
          <p:nvPr userDrawn="1"/>
        </p:nvSpPr>
        <p:spPr>
          <a:xfrm>
            <a:off x="8681085" y="925830"/>
            <a:ext cx="274320" cy="5932170"/>
          </a:xfrm>
          <a:prstGeom prst="rect">
            <a:avLst/>
          </a:prstGeom>
          <a:solidFill>
            <a:srgbClr val="EC6B10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04286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>
            <a:extLst>
              <a:ext uri="{FF2B5EF4-FFF2-40B4-BE49-F238E27FC236}">
                <a16:creationId xmlns:a16="http://schemas.microsoft.com/office/drawing/2014/main" id="{B851676E-6C72-A3EF-AE65-9FA550807EE7}"/>
              </a:ext>
            </a:extLst>
          </p:cNvPr>
          <p:cNvSpPr/>
          <p:nvPr userDrawn="1"/>
        </p:nvSpPr>
        <p:spPr>
          <a:xfrm>
            <a:off x="6650966" y="0"/>
            <a:ext cx="2493034" cy="681037"/>
          </a:xfrm>
          <a:prstGeom prst="rect">
            <a:avLst/>
          </a:prstGeom>
          <a:solidFill>
            <a:srgbClr val="00386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pt-B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81037"/>
            <a:ext cx="7886700" cy="1009652"/>
          </a:xfrm>
        </p:spPr>
        <p:txBody>
          <a:bodyPr>
            <a:normAutofit/>
          </a:bodyPr>
          <a:lstStyle>
            <a:lvl1pPr>
              <a:defRPr sz="4000">
                <a:solidFill>
                  <a:srgbClr val="003869"/>
                </a:solidFill>
              </a:defRPr>
            </a:lvl1pPr>
          </a:lstStyle>
          <a:p>
            <a:r>
              <a:rPr lang="pt-BR" dirty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D9E4706-FA99-4010-A30D-43EC10B57F08}" type="datetimeFigureOut">
              <a:rPr lang="pt-BR" smtClean="0"/>
              <a:pPr/>
              <a:t>20/11/2025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F9E70D9-8CEC-4866-9E49-732702F27AF8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10" name="Imagem 8" descr="Logotipo&#10;&#10;Descrição gerada automaticamente com confiança baixa">
            <a:extLst>
              <a:ext uri="{FF2B5EF4-FFF2-40B4-BE49-F238E27FC236}">
                <a16:creationId xmlns:a16="http://schemas.microsoft.com/office/drawing/2014/main" id="{654DE2F1-D9FB-CC89-3B22-DD11406E6BA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2723" y="108062"/>
            <a:ext cx="1549520" cy="464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Retângulo 13">
            <a:extLst>
              <a:ext uri="{FF2B5EF4-FFF2-40B4-BE49-F238E27FC236}">
                <a16:creationId xmlns:a16="http://schemas.microsoft.com/office/drawing/2014/main" id="{2211587B-CC6E-15E4-152C-5A11107C46F2}"/>
              </a:ext>
            </a:extLst>
          </p:cNvPr>
          <p:cNvSpPr/>
          <p:nvPr userDrawn="1"/>
        </p:nvSpPr>
        <p:spPr>
          <a:xfrm>
            <a:off x="188595" y="-19924"/>
            <a:ext cx="274320" cy="6877924"/>
          </a:xfrm>
          <a:prstGeom prst="rect">
            <a:avLst/>
          </a:prstGeom>
          <a:solidFill>
            <a:srgbClr val="003869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E3144243-389F-299A-8331-1E2EE3F0E0DF}"/>
              </a:ext>
            </a:extLst>
          </p:cNvPr>
          <p:cNvSpPr/>
          <p:nvPr userDrawn="1"/>
        </p:nvSpPr>
        <p:spPr>
          <a:xfrm rot="16200000">
            <a:off x="3091815" y="-2911952"/>
            <a:ext cx="274320" cy="6457950"/>
          </a:xfrm>
          <a:prstGeom prst="rect">
            <a:avLst/>
          </a:prstGeom>
          <a:solidFill>
            <a:srgbClr val="EC6B10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58322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tângulo 13">
            <a:extLst>
              <a:ext uri="{FF2B5EF4-FFF2-40B4-BE49-F238E27FC236}">
                <a16:creationId xmlns:a16="http://schemas.microsoft.com/office/drawing/2014/main" id="{2211587B-CC6E-15E4-152C-5A11107C46F2}"/>
              </a:ext>
            </a:extLst>
          </p:cNvPr>
          <p:cNvSpPr/>
          <p:nvPr userDrawn="1"/>
        </p:nvSpPr>
        <p:spPr>
          <a:xfrm rot="5400000">
            <a:off x="4749165" y="2281238"/>
            <a:ext cx="274320" cy="8515350"/>
          </a:xfrm>
          <a:prstGeom prst="rect">
            <a:avLst/>
          </a:prstGeom>
          <a:solidFill>
            <a:srgbClr val="003869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B851676E-6C72-A3EF-AE65-9FA550807EE7}"/>
              </a:ext>
            </a:extLst>
          </p:cNvPr>
          <p:cNvSpPr/>
          <p:nvPr userDrawn="1"/>
        </p:nvSpPr>
        <p:spPr>
          <a:xfrm>
            <a:off x="6650966" y="0"/>
            <a:ext cx="2493034" cy="681037"/>
          </a:xfrm>
          <a:prstGeom prst="rect">
            <a:avLst/>
          </a:prstGeom>
          <a:solidFill>
            <a:srgbClr val="00386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pt-B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81037"/>
            <a:ext cx="7886700" cy="1009652"/>
          </a:xfrm>
        </p:spPr>
        <p:txBody>
          <a:bodyPr>
            <a:normAutofit/>
          </a:bodyPr>
          <a:lstStyle>
            <a:lvl1pPr>
              <a:defRPr sz="4000">
                <a:solidFill>
                  <a:srgbClr val="003869"/>
                </a:solidFill>
              </a:defRPr>
            </a:lvl1pPr>
          </a:lstStyle>
          <a:p>
            <a:r>
              <a:rPr lang="pt-BR" dirty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D9E4706-FA99-4010-A30D-43EC10B57F08}" type="datetimeFigureOut">
              <a:rPr lang="pt-BR" smtClean="0"/>
              <a:pPr/>
              <a:t>20/11/2025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F9E70D9-8CEC-4866-9E49-732702F27AF8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10" name="Imagem 8" descr="Logotipo&#10;&#10;Descrição gerada automaticamente com confiança baixa">
            <a:extLst>
              <a:ext uri="{FF2B5EF4-FFF2-40B4-BE49-F238E27FC236}">
                <a16:creationId xmlns:a16="http://schemas.microsoft.com/office/drawing/2014/main" id="{654DE2F1-D9FB-CC89-3B22-DD11406E6BA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2723" y="108062"/>
            <a:ext cx="1549520" cy="464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Retângulo 14">
            <a:extLst>
              <a:ext uri="{FF2B5EF4-FFF2-40B4-BE49-F238E27FC236}">
                <a16:creationId xmlns:a16="http://schemas.microsoft.com/office/drawing/2014/main" id="{E3144243-389F-299A-8331-1E2EE3F0E0DF}"/>
              </a:ext>
            </a:extLst>
          </p:cNvPr>
          <p:cNvSpPr/>
          <p:nvPr userDrawn="1"/>
        </p:nvSpPr>
        <p:spPr>
          <a:xfrm rot="16200000">
            <a:off x="3091815" y="-2911952"/>
            <a:ext cx="274320" cy="6457950"/>
          </a:xfrm>
          <a:prstGeom prst="rect">
            <a:avLst/>
          </a:prstGeom>
          <a:solidFill>
            <a:srgbClr val="EC6B10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4517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E4706-FA99-4010-A30D-43EC10B57F08}" type="datetimeFigureOut">
              <a:rPr lang="pt-BR" smtClean="0"/>
              <a:t>20/11/2025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E70D9-8CEC-4866-9E49-732702F27AF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75570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E4706-FA99-4010-A30D-43EC10B57F08}" type="datetimeFigureOut">
              <a:rPr lang="pt-BR" smtClean="0"/>
              <a:t>20/11/2025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E70D9-8CEC-4866-9E49-732702F27AF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74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E4706-FA99-4010-A30D-43EC10B57F08}" type="datetimeFigureOut">
              <a:rPr lang="pt-BR" smtClean="0"/>
              <a:t>20/11/2025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E70D9-8CEC-4866-9E49-732702F27AF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72179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E4706-FA99-4010-A30D-43EC10B57F08}" type="datetimeFigureOut">
              <a:rPr lang="pt-BR" smtClean="0"/>
              <a:t>20/11/2025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E70D9-8CEC-4866-9E49-732702F27AF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1099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E4706-FA99-4010-A30D-43EC10B57F08}" type="datetimeFigureOut">
              <a:rPr lang="pt-BR" smtClean="0"/>
              <a:t>20/11/2025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E70D9-8CEC-4866-9E49-732702F27AF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2926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E4706-FA99-4010-A30D-43EC10B57F08}" type="datetimeFigureOut">
              <a:rPr lang="pt-BR" smtClean="0"/>
              <a:t>20/11/2025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E70D9-8CEC-4866-9E49-732702F27AF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96645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E4706-FA99-4010-A30D-43EC10B57F08}" type="datetimeFigureOut">
              <a:rPr lang="pt-BR" smtClean="0"/>
              <a:t>20/11/2025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E70D9-8CEC-4866-9E49-732702F27AF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53778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E4706-FA99-4010-A30D-43EC10B57F08}" type="datetimeFigureOut">
              <a:rPr lang="pt-BR" smtClean="0"/>
              <a:t>20/11/2025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E70D9-8CEC-4866-9E49-732702F27AF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2852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E4706-FA99-4010-A30D-43EC10B57F08}" type="datetimeFigureOut">
              <a:rPr lang="pt-BR" smtClean="0"/>
              <a:t>20/11/2025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E70D9-8CEC-4866-9E49-732702F27AF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2330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9E4706-FA99-4010-A30D-43EC10B57F08}" type="datetimeFigureOut">
              <a:rPr lang="pt-BR" smtClean="0"/>
              <a:t>20/11/2025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9E70D9-8CEC-4866-9E49-732702F27AF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194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2" r:id="rId3"/>
    <p:sldLayoutId id="2147483673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</p:sldLayoutIdLst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003869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76D4E9-5BA6-2345-D716-294B07E4F5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8650" y="1359379"/>
            <a:ext cx="6858000" cy="2387600"/>
          </a:xfrm>
        </p:spPr>
        <p:txBody>
          <a:bodyPr>
            <a:normAutofit fontScale="90000"/>
          </a:bodyPr>
          <a:lstStyle/>
          <a:p>
            <a:r>
              <a:rPr lang="pt-BR" dirty="0"/>
              <a:t>Técnicas de Desenvolvimento de Algoritmos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A9E2D1B-E36E-310A-2D4D-4B16059D98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8650" y="4060975"/>
            <a:ext cx="6858000" cy="1655762"/>
          </a:xfrm>
        </p:spPr>
        <p:txBody>
          <a:bodyPr/>
          <a:lstStyle/>
          <a:p>
            <a:r>
              <a:rPr lang="pt-BR" dirty="0"/>
              <a:t>Gerenciador de Tarefas JSON</a:t>
            </a:r>
          </a:p>
          <a:p>
            <a:r>
              <a:rPr lang="pt-BR" dirty="0"/>
              <a:t>21/11/2025</a:t>
            </a:r>
          </a:p>
        </p:txBody>
      </p:sp>
    </p:spTree>
    <p:extLst>
      <p:ext uri="{BB962C8B-B14F-4D97-AF65-F5344CB8AC3E}">
        <p14:creationId xmlns:p14="http://schemas.microsoft.com/office/powerpoint/2010/main" val="2842337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D20713-3BEC-6790-3A15-8BAD6AD05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BF90A1-D434-4C81-3B65-208677A6B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051048"/>
            <a:ext cx="7886700" cy="1009652"/>
          </a:xfrm>
        </p:spPr>
        <p:txBody>
          <a:bodyPr>
            <a:normAutofit/>
          </a:bodyPr>
          <a:lstStyle/>
          <a:p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PROFESSOR GILBERTO</a:t>
            </a:r>
          </a:p>
        </p:txBody>
      </p:sp>
      <p:sp>
        <p:nvSpPr>
          <p:cNvPr id="10" name="Espaço Reservado para Conteúdo 2">
            <a:extLst>
              <a:ext uri="{FF2B5EF4-FFF2-40B4-BE49-F238E27FC236}">
                <a16:creationId xmlns:a16="http://schemas.microsoft.com/office/drawing/2014/main" id="{4FE21373-DAB0-0B5A-F089-7049A56FC0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896187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endParaRPr lang="pt-BR" sz="2400" dirty="0"/>
          </a:p>
          <a:p>
            <a:pPr marL="0" indent="0">
              <a:lnSpc>
                <a:spcPct val="120000"/>
              </a:lnSpc>
              <a:buNone/>
            </a:pPr>
            <a:endParaRPr lang="pt-BR" b="1" dirty="0"/>
          </a:p>
        </p:txBody>
      </p:sp>
      <p:graphicFrame>
        <p:nvGraphicFramePr>
          <p:cNvPr id="4" name="Tabela 4">
            <a:extLst>
              <a:ext uri="{FF2B5EF4-FFF2-40B4-BE49-F238E27FC236}">
                <a16:creationId xmlns:a16="http://schemas.microsoft.com/office/drawing/2014/main" id="{133F0E6F-73BB-4126-38C3-EB90B86049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3834211"/>
              </p:ext>
            </p:extLst>
          </p:nvPr>
        </p:nvGraphicFramePr>
        <p:xfrm>
          <a:off x="628650" y="3060700"/>
          <a:ext cx="6096000" cy="73660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88023473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7634383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5702568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pt-BR" dirty="0"/>
                        <a:t>INTEGRANTE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RGM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GITHUB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86640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Sthevan Emanuel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41791371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err="1"/>
                        <a:t>SthevanEmanuel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97024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7267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F26B18-84DA-67C3-0C3A-98773649D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7EB4E6-10BF-320C-1464-8294E4078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LINK DO PROJETO</a:t>
            </a:r>
          </a:p>
        </p:txBody>
      </p:sp>
      <p:sp>
        <p:nvSpPr>
          <p:cNvPr id="10" name="Espaço Reservado para Conteúdo 2">
            <a:extLst>
              <a:ext uri="{FF2B5EF4-FFF2-40B4-BE49-F238E27FC236}">
                <a16:creationId xmlns:a16="http://schemas.microsoft.com/office/drawing/2014/main" id="{B1EF3D41-BD4C-1DDF-E019-426148DDC8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896187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pt-BR"/>
              <a:t>https://github.com/SthevanEmanuel/tecnicas-de-desenvolvimento-de-algoritmo.git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1672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40113</TotalTime>
  <Words>35</Words>
  <Application>Microsoft Office PowerPoint</Application>
  <PresentationFormat>Apresentação na tela (4:3)</PresentationFormat>
  <Paragraphs>14</Paragraphs>
  <Slides>3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Tema do Office</vt:lpstr>
      <vt:lpstr>Técnicas de Desenvolvimento de Algoritmos</vt:lpstr>
      <vt:lpstr>PROFESSOR GILBERTO</vt:lpstr>
      <vt:lpstr>LINK DO PROJETO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BrazCubas</dc:title>
  <dc:creator>Davi Oliveira</dc:creator>
  <cp:lastModifiedBy>tetevan 2367</cp:lastModifiedBy>
  <cp:revision>51</cp:revision>
  <dcterms:created xsi:type="dcterms:W3CDTF">2023-08-20T19:47:44Z</dcterms:created>
  <dcterms:modified xsi:type="dcterms:W3CDTF">2025-11-21T01:46:36Z</dcterms:modified>
</cp:coreProperties>
</file>